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19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610" y="377205"/>
            <a:ext cx="3291706" cy="4389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6450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AI-Based Used Car Price Prediction System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119" y="1464246"/>
            <a:ext cx="5179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Natural Language Processing and Machine Learning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6119" y="1830214"/>
            <a:ext cx="2294855" cy="1979116"/>
          </a:xfrm>
          <a:prstGeom prst="roundRect">
            <a:avLst>
              <a:gd name="adj" fmla="val 291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175" y="1972270"/>
            <a:ext cx="2010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8175" y="2266578"/>
            <a:ext cx="2010742" cy="140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Supervisor:Subhranginee das</a:t>
            </a:r>
            <a:endParaRPr lang="en-US" sz="1050" dirty="0"/>
          </a:p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2510030276-Srija</a:t>
            </a:r>
            <a:endParaRPr lang="en-US" sz="1050" dirty="0"/>
          </a:p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2510030256-Navya</a:t>
            </a:r>
            <a:endParaRPr lang="en-US" sz="1050" dirty="0"/>
          </a:p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2510030068-Kiran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2510030140-Anirudh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3952" y="1830214"/>
            <a:ext cx="2294930" cy="1979116"/>
          </a:xfrm>
          <a:prstGeom prst="roundRect">
            <a:avLst>
              <a:gd name="adj" fmla="val 291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6008" y="1972270"/>
            <a:ext cx="20108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66008" y="2266578"/>
            <a:ext cx="201081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Science &amp; Engineering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6119" y="3942308"/>
            <a:ext cx="4722763" cy="794742"/>
          </a:xfrm>
          <a:prstGeom prst="roundRect">
            <a:avLst>
              <a:gd name="adj" fmla="val 725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175" y="4084365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Academic Year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8175" y="4378672"/>
            <a:ext cx="443865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[Your College Name] | 2026–2027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2155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218902"/>
            <a:ext cx="21884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Used-Car Data Comes in Two Forms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21284"/>
            <a:ext cx="2188443" cy="1138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3127" y="1982093"/>
            <a:ext cx="17906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Data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33127" y="2345308"/>
            <a:ext cx="17906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Year, Mileage, Engine, Fuel Type, Transmission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01504"/>
            <a:ext cx="2188443" cy="13652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3262312"/>
            <a:ext cx="17906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Unstructured Text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3625528"/>
            <a:ext cx="179062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"Single owner, well maintained, excellent condition, recently serviced."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035201" y="1218902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035201" y="1582117"/>
            <a:ext cx="21884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ML models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cannot directly understand seller descriptions.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Critical information in text is ignored, leading to incomplete price predictions.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035201" y="2875657"/>
            <a:ext cx="2188443" cy="1686818"/>
          </a:xfrm>
          <a:prstGeom prst="roundRect">
            <a:avLst>
              <a:gd name="adj" fmla="val 3530"/>
            </a:avLst>
          </a:prstGeom>
          <a:solidFill>
            <a:srgbClr val="E1E1E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6960" y="3090714"/>
            <a:ext cx="177180" cy="1417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95898" y="3038624"/>
            <a:ext cx="158598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Our Solution: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 structured vehicle data + seller descriptions using NLP for a more accurate, informed price prediction system.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719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Natural Language Processing?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63811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Sellers provide critical pricing signals through free-form text that traditional models simply discard.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8834" y="2173337"/>
            <a:ext cx="249770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"Excellent condition, single owner, regularly serviced."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2089175"/>
            <a:ext cx="14288" cy="502295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696691"/>
            <a:ext cx="312762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Typical Seller Description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2957215"/>
            <a:ext cx="26704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Extracts Hidden Value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292" y="1341239"/>
            <a:ext cx="5200278" cy="22810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8282" y="2892041"/>
            <a:ext cx="785940" cy="28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Processing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8282" y="3213516"/>
            <a:ext cx="785940" cy="20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Tokenize, clean, and parse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525027" y="3032765"/>
            <a:ext cx="785940" cy="14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Prediction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25027" y="3213516"/>
            <a:ext cx="785940" cy="20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price and confidence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807429" y="1546257"/>
            <a:ext cx="785940" cy="14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Input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07429" y="1727008"/>
            <a:ext cx="785940" cy="20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Seller descriptions and notes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94166" y="1546257"/>
            <a:ext cx="785940" cy="28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94166" y="1867732"/>
            <a:ext cx="785940" cy="20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signals and embeddings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452292" y="3727549"/>
            <a:ext cx="565747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Converting raw seller language into machine-readable signals that power smarter price estimates.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96119" y="4083918"/>
            <a:ext cx="2654871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6000" y="4203799"/>
            <a:ext cx="24151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6000" y="4439841"/>
            <a:ext cx="241510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44528" y="4083918"/>
            <a:ext cx="2654871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64409" y="4203799"/>
            <a:ext cx="24151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364409" y="4439841"/>
            <a:ext cx="241510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Owner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992937" y="4083918"/>
            <a:ext cx="2654871" cy="642789"/>
          </a:xfrm>
          <a:prstGeom prst="roundRect">
            <a:avLst>
              <a:gd name="adj" fmla="val 752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12818" y="4203799"/>
            <a:ext cx="24151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12818" y="4439841"/>
            <a:ext cx="241510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Serviced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84586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199772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&amp; Preprocess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Gather structured vehicle data and seller text descriptions; clean for quality.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684586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42842" y="1888778"/>
            <a:ext cx="400503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5"/>
          <p:cNvSpPr/>
          <p:nvPr/>
        </p:nvSpPr>
        <p:spPr>
          <a:xfrm>
            <a:off x="4642842" y="199772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&amp; Engineer Features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42842" y="230423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Study vehicle attributes, correlations, and extract NLP-derived text features.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23592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8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Fuse Structured + NLP Features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numerical vehicle data with text-derived signals into a unified feature set.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3023592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1"/>
          <p:cNvSpPr/>
          <p:nvPr/>
        </p:nvSpPr>
        <p:spPr>
          <a:xfrm>
            <a:off x="4642842" y="333672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&amp; Evaluate ML Model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regression model, predict used-car prices, and validate performance rigorously.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7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327100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Features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690315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Brand, Model, Manufacturing Year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Kilometers Driven, Fuel Type, Transmission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 Capacity, Mileage, Owner Type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61163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Features </a:t>
            </a:r>
            <a:r>
              <a:rPr lang="en-US" sz="1350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(Seller Descriptions)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974851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Condition &amp; Maintenance Details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History &amp; Accident Information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Features &amp; Overall Description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3896171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Variable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74988" y="4259387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Selling Price (₹)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value our model learns to predict.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226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Natural Language 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05445" y="1271513"/>
            <a:ext cx="83996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"well maintained single owner car" → </a:t>
            </a:r>
            <a:r>
              <a:rPr lang="en-US" sz="1050" dirty="0">
                <a:solidFill>
                  <a:srgbClr val="00D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numerical features ready for ML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117029"/>
            <a:ext cx="19050" cy="53042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1937"/>
            <a:ext cx="2717229" cy="558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645" y="2497485"/>
            <a:ext cx="24381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Cleaning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5645" y="2797894"/>
            <a:ext cx="243817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special characters, convert to lowercase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801937"/>
            <a:ext cx="2717229" cy="558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52874" y="2497485"/>
            <a:ext cx="24381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352874" y="2797894"/>
            <a:ext cx="24381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text into individual words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801937"/>
            <a:ext cx="2717229" cy="558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70104" y="2497485"/>
            <a:ext cx="24381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Stop-word Removal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70104" y="2797894"/>
            <a:ext cx="24381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common filler words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380333"/>
            <a:ext cx="2717229" cy="5581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645" y="4075881"/>
            <a:ext cx="24381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Vectorization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35645" y="4376291"/>
            <a:ext cx="24381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TF-IDF / Word2Vec encoding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3380333"/>
            <a:ext cx="2717229" cy="5581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52874" y="4075881"/>
            <a:ext cx="24381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352874" y="4376291"/>
            <a:ext cx="24381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Machine-readable numerical output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NLP + ML Architecture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4073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Layer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192610"/>
            <a:ext cx="3986733" cy="190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Structured: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Year, Mileage, Engine, Fuel, Transmission, Brand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Unstructured: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Seller description text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42054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 Layer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572420"/>
            <a:ext cx="3986733" cy="190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Preprocessing &amp; Normalization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Processing &amp; Feature Extraction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5911" y="280035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Fusion &amp; Prediction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665911" y="2952229"/>
            <a:ext cx="3986733" cy="190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Fusion (Structured + NLP Features)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Regression — Linear Regression, Random Forest, XGBoost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665911" y="3184847"/>
            <a:ext cx="3986733" cy="198090"/>
          </a:xfrm>
          <a:prstGeom prst="roundRect">
            <a:avLst>
              <a:gd name="adj" fmla="val 15499"/>
            </a:avLst>
          </a:prstGeom>
          <a:solidFill>
            <a:srgbClr val="E1E1E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3278832"/>
            <a:ext cx="91306" cy="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03366" y="3236937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Output:</a:t>
            </a: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550" dirty="0">
                <a:solidFill>
                  <a:srgbClr val="00D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Predicted Used Car Price ₹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701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Analysis &amp; Model Evaluation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12391"/>
            <a:ext cx="4030117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6119" y="1354485"/>
            <a:ext cx="403011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557635"/>
            <a:ext cx="403011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[Enter Actual Value] — Average prediction deviation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17765" y="912391"/>
            <a:ext cx="4030117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617765" y="1354485"/>
            <a:ext cx="403011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Mean Squared 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65" y="1557635"/>
            <a:ext cx="403011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[Enter Actual Value] — Penalizes large errors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1895029"/>
            <a:ext cx="4030117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RMSE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6119" y="2337122"/>
            <a:ext cx="403011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Mean Squared Error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6119" y="2540273"/>
            <a:ext cx="403011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[Enter Actual Value] — Interpretable error magnitude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17765" y="1895029"/>
            <a:ext cx="4030117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R²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65" y="2337122"/>
            <a:ext cx="403011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65" y="2540273"/>
            <a:ext cx="403011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[Enter Actual Value] — Variance explained by model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119" y="2790155"/>
            <a:ext cx="8151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Visualizations Generated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059237"/>
            <a:ext cx="2717229" cy="4075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7991" y="3540026"/>
            <a:ext cx="25134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vs Year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3059237"/>
            <a:ext cx="2717229" cy="40756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5221" y="3540026"/>
            <a:ext cx="25134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vs KM Driven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3059237"/>
            <a:ext cx="2717229" cy="4075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2450" y="3540026"/>
            <a:ext cx="25134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Brand-wise Avg Price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903018"/>
            <a:ext cx="2717229" cy="4075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7991" y="4383807"/>
            <a:ext cx="25134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Fuel Type vs Price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3903018"/>
            <a:ext cx="2717229" cy="40756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315221" y="4383807"/>
            <a:ext cx="25134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 vs Predicted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4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Prediction Dashboard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207815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Prediction Example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988" y="1588740"/>
            <a:ext cx="1631305" cy="18189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1997" y="1749549"/>
            <a:ext cx="1233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Vehicle Details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711997" y="2112764"/>
            <a:ext cx="123348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Honda | Year: 2021 | 35,000 km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Petrol | Manual | Condition: Excellent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8052" y="1588740"/>
            <a:ext cx="1631379" cy="18189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5061" y="1749549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Seller Description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485061" y="2334220"/>
            <a:ext cx="12335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"Single owner, regularly serviced, well maintained."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190" y="1588740"/>
            <a:ext cx="1631379" cy="18189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58199" y="1749549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System Processing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258199" y="2334220"/>
            <a:ext cx="12335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Feature Extraction + ML Regression Model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474988" y="3567112"/>
            <a:ext cx="5177582" cy="1006376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747" y="3782169"/>
            <a:ext cx="177180" cy="1417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935685" y="3730079"/>
            <a:ext cx="457512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Estimated Used Car Price: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₹X,XX,XXX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Placeholder — replace with actual model output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57498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925119" y="1133103"/>
            <a:ext cx="22073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2446" y="1463167"/>
            <a:ext cx="189384" cy="1893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35363" y="1456879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Used-car pricing depends on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vehicle characteristics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2446" y="2073064"/>
            <a:ext cx="189384" cy="1893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35363" y="2066776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Seller descriptions contain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valuable hidden information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2446" y="2682962"/>
            <a:ext cx="189384" cy="1893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35363" y="2676674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converts text into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machine-readable features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2446" y="3292859"/>
            <a:ext cx="189384" cy="1893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35363" y="3286571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NLP + ML delivers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informed price predictions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6445300" y="1133103"/>
            <a:ext cx="22073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627" y="1463167"/>
            <a:ext cx="189384" cy="18938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55544" y="1456879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NLP —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BERT, GPT-based embeddings</a:t>
            </a:r>
            <a:endParaRPr lang="en-US" sz="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627" y="2073064"/>
            <a:ext cx="189384" cy="18938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55544" y="2066776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Image-based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vehicle condition analysis</a:t>
            </a:r>
            <a:endParaRPr lang="en-US" sz="9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627" y="2682962"/>
            <a:ext cx="189384" cy="18938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855544" y="2676674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market price integration</a:t>
            </a:r>
            <a:endParaRPr lang="en-US" sz="9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627" y="3292859"/>
            <a:ext cx="189384" cy="18938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855544" y="3286571"/>
            <a:ext cx="17971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/ Mobile application deployment</a:t>
            </a:r>
            <a:endParaRPr lang="en-US" sz="950" dirty="0"/>
          </a:p>
        </p:txBody>
      </p:sp>
      <p:sp>
        <p:nvSpPr>
          <p:cNvPr id="23" name="Text 12"/>
          <p:cNvSpPr/>
          <p:nvPr/>
        </p:nvSpPr>
        <p:spPr>
          <a:xfrm>
            <a:off x="4114502" y="4051102"/>
            <a:ext cx="499057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"Understanding Cars Beyond Numbers — </a:t>
            </a:r>
            <a:r>
              <a:rPr lang="en-US" sz="950" dirty="0">
                <a:solidFill>
                  <a:srgbClr val="00D4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Powered by NLP &amp; AI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endParaRPr lang="en-US" sz="950" dirty="0"/>
          </a:p>
        </p:txBody>
      </p:sp>
      <p:sp>
        <p:nvSpPr>
          <p:cNvPr id="24" name="Shape 13"/>
          <p:cNvSpPr/>
          <p:nvPr/>
        </p:nvSpPr>
        <p:spPr>
          <a:xfrm>
            <a:off x="3925119" y="3924598"/>
            <a:ext cx="14288" cy="443954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sp>
        <p:nvSpPr>
          <p:cNvPr id="25" name="Text 14"/>
          <p:cNvSpPr/>
          <p:nvPr/>
        </p:nvSpPr>
        <p:spPr>
          <a:xfrm>
            <a:off x="3696519" y="4495056"/>
            <a:ext cx="5179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</vt:lpstr>
      <vt:lpstr>Raleway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Mamidi srija reddy</dc:creator>
  <cp:lastModifiedBy>Mamidi Srija reddy</cp:lastModifiedBy>
  <cp:revision>1</cp:revision>
  <dcterms:created xsi:type="dcterms:W3CDTF">2026-08-06T06:01:02Z</dcterms:created>
  <dcterms:modified xsi:type="dcterms:W3CDTF">2026-10-01T04:13:53Z</dcterms:modified>
</cp:coreProperties>
</file>